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FF"/>
    <a:srgbClr val="8C7494"/>
    <a:srgbClr val="B263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108" y="1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E43B5A-8612-3540-7C97-B22C0E5F2C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CF12D1A-3AB9-4A72-1571-B9CF99D378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AC0BA51-4B9F-FCC3-3343-E2EE108267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B9BF90-9AD0-4816-8801-3F9FE764476F}" type="datetimeFigureOut">
              <a:rPr lang="zh-CN" altLang="en-US" smtClean="0"/>
              <a:t>2025/9/14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F91CCBC-87A8-D2F6-CD7E-1DA9DD6BDA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C957009-B855-E339-4B91-B83562CF75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7910C0-D9AB-4262-801A-4937D379062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657130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A6FC97D-D06D-C84B-B44B-7C6BF55FBF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A821FFB-5E6D-BBCF-3C18-96A63F8260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57F17A2-B370-49A7-B9E6-4AE4E6D030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B9BF90-9AD0-4816-8801-3F9FE764476F}" type="datetimeFigureOut">
              <a:rPr lang="zh-CN" altLang="en-US" smtClean="0"/>
              <a:t>2025/9/14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FA531C6-1BAD-14A6-C805-D71EAD4653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D871FAF-CF4B-522C-D3EC-EE0CA7A53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7910C0-D9AB-4262-801A-4937D379062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681045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D4C1C94-7745-B46E-7352-8AFC53F3F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CF4ED9A-1A33-E80E-6A2E-6CD7630637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CECE10F-FB61-AD1B-3675-700862562D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B9BF90-9AD0-4816-8801-3F9FE764476F}" type="datetimeFigureOut">
              <a:rPr lang="zh-CN" altLang="en-US" smtClean="0"/>
              <a:t>2025/9/14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14A620C-1782-CC7F-B165-87C8D5E946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4613D8F-DB16-3F85-4819-B898A58D0D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7910C0-D9AB-4262-801A-4937D379062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7555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BB1471-28E2-B930-6E05-DEA2648659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EE641C9-96FA-2009-AF15-882720F335B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5429A24-9706-19B3-AC81-51AAD936EC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FF4768C-5891-3F70-0D8D-4C1C316D5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B9BF90-9AD0-4816-8801-3F9FE764476F}" type="datetimeFigureOut">
              <a:rPr lang="zh-CN" altLang="en-US" smtClean="0"/>
              <a:t>2025/9/14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2B1523B-C429-2C8E-6CEE-ABFF32320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F45D7F5-2E38-168A-8E5D-5A8E9EB86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7910C0-D9AB-4262-801A-4937D379062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075286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572836D-84FB-479F-8047-2933ADC828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B3F2B1C-076E-89C6-C4FA-D9EDBBDC66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CEFD7CE-301B-BB24-26A0-8EE15CDB91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C200A324-2B2F-52F5-E852-4E002519CB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CC940C7-86F5-2D0D-95C4-122167C1FE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628FABD-A1A9-752B-D40A-D64DF8EE10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B9BF90-9AD0-4816-8801-3F9FE764476F}" type="datetimeFigureOut">
              <a:rPr lang="zh-CN" altLang="en-US" smtClean="0"/>
              <a:t>2025/9/14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A68E857C-BFD9-5AB5-AE74-B91E9CC8A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4103616A-97FD-A870-E948-DFA34BBD5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7910C0-D9AB-4262-801A-4937D379062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725258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9F62CD-6989-A8E8-A0D7-1DE7010B89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BAB73D8C-08F1-A77C-3D0F-C25AFE19AD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B9BF90-9AD0-4816-8801-3F9FE764476F}" type="datetimeFigureOut">
              <a:rPr lang="zh-CN" altLang="en-US" smtClean="0"/>
              <a:t>2025/9/14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8EA788C-1038-4453-10DD-4044CD306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9C93E82-D374-C7A7-4877-84185C6872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7910C0-D9AB-4262-801A-4937D379062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25399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5C7E897-5B04-B6B4-AE43-E761D1A9DE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B9BF90-9AD0-4816-8801-3F9FE764476F}" type="datetimeFigureOut">
              <a:rPr lang="zh-CN" altLang="en-US" smtClean="0"/>
              <a:t>2025/9/14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F8BA785-1F25-65DB-3138-33C645819B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72DAB15-2649-B024-70C5-AC3882AF00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7910C0-D9AB-4262-801A-4937D379062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994432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9965B0-1EFC-3F84-F014-AE4E10AFB9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B4F9200-C845-D94F-7F82-D462B0AD3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8573800-A524-3C80-838D-BE0B5E8F3A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05FD663-2792-7967-19E7-E5A0A4BE13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B9BF90-9AD0-4816-8801-3F9FE764476F}" type="datetimeFigureOut">
              <a:rPr lang="zh-CN" altLang="en-US" smtClean="0"/>
              <a:t>2025/9/14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866DE0B-A557-866F-DE23-D84A0C940E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4E71172-0EB8-EC22-677C-BC16929F3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7910C0-D9AB-4262-801A-4937D379062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556455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77A3A05-C98D-4C67-593B-20EF4FDA0F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70D1FD61-D40C-0500-34F5-89E086F6CA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3917708-1217-670A-F1EF-0550121887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3931E8B-8142-737D-4B0F-53EA03E32F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B9BF90-9AD0-4816-8801-3F9FE764476F}" type="datetimeFigureOut">
              <a:rPr lang="zh-CN" altLang="en-US" smtClean="0"/>
              <a:t>2025/9/14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E3FBA3C-D847-9CA0-9193-484790F50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41D31B8-DE2F-C110-3C79-1C26E15D0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7910C0-D9AB-4262-801A-4937D379062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06729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5B8C0AC-FEA7-C827-F291-54E4B5543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3C7470F-3836-E5B2-295D-B40BC9EED7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8B7E3A3-EFE4-EE4A-61AF-DD3871DB1C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B9BF90-9AD0-4816-8801-3F9FE764476F}" type="datetimeFigureOut">
              <a:rPr lang="zh-CN" altLang="en-US" smtClean="0"/>
              <a:t>2025/9/14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8B0E983-D170-C7EC-658E-B0BE4AFF8F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2E711A7-C7E4-8AC4-C7D2-72D7EE79B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7910C0-D9AB-4262-801A-4937D379062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533541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A228B87F-7DFE-1574-C8AE-E95A82CAB5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BBE88B2-ABEF-8ADC-8C27-DE9EE9C477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129EF3C-B21F-B3C9-BD08-684CE6DB5C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B9BF90-9AD0-4816-8801-3F9FE764476F}" type="datetimeFigureOut">
              <a:rPr lang="zh-CN" altLang="en-US" smtClean="0"/>
              <a:t>2025/9/14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626DC5D-9AB8-7E8A-55A7-7D2F5B7FC4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FDD8CD7-6B88-00E1-6F06-35D3A21AF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7910C0-D9AB-4262-801A-4937D379062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409476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0B72AB59-F3DA-86BB-6C08-DE9A3034B5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553A423-3372-071B-5E09-770B287487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20EF524-952E-56CA-D56B-9CA403647B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B9BF90-9AD0-4816-8801-3F9FE764476F}" type="datetimeFigureOut">
              <a:rPr lang="zh-CN" altLang="en-US" smtClean="0"/>
              <a:t>2025/9/14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D2AA2AE-B645-F0F4-855F-989BC42F38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D20EA44-8C5B-AE5F-15D7-A835BD604B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7910C0-D9AB-4262-801A-4937D379062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395295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流程图: 可选过程 130">
            <a:extLst>
              <a:ext uri="{FF2B5EF4-FFF2-40B4-BE49-F238E27FC236}">
                <a16:creationId xmlns:a16="http://schemas.microsoft.com/office/drawing/2014/main" id="{52880C41-8725-7775-13FD-65710CACB827}"/>
              </a:ext>
            </a:extLst>
          </p:cNvPr>
          <p:cNvSpPr/>
          <p:nvPr/>
        </p:nvSpPr>
        <p:spPr>
          <a:xfrm>
            <a:off x="8148100" y="1628830"/>
            <a:ext cx="1822618" cy="3312688"/>
          </a:xfrm>
          <a:prstGeom prst="flowChartAlternateProcess">
            <a:avLst/>
          </a:prstGeom>
          <a:solidFill>
            <a:schemeClr val="accent5">
              <a:lumMod val="60000"/>
              <a:lumOff val="40000"/>
            </a:schemeClr>
          </a:solidFill>
          <a:ln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highlight>
                <a:srgbClr val="FF00FF"/>
              </a:highlight>
            </a:endParaRPr>
          </a:p>
        </p:txBody>
      </p:sp>
      <p:sp>
        <p:nvSpPr>
          <p:cNvPr id="8" name="流程图: 可选过程 7">
            <a:extLst>
              <a:ext uri="{FF2B5EF4-FFF2-40B4-BE49-F238E27FC236}">
                <a16:creationId xmlns:a16="http://schemas.microsoft.com/office/drawing/2014/main" id="{D3AF037C-6E50-9B71-0003-2C8E2A2B8CDB}"/>
              </a:ext>
            </a:extLst>
          </p:cNvPr>
          <p:cNvSpPr/>
          <p:nvPr/>
        </p:nvSpPr>
        <p:spPr>
          <a:xfrm>
            <a:off x="992687" y="1983811"/>
            <a:ext cx="1396652" cy="670142"/>
          </a:xfrm>
          <a:prstGeom prst="flowChartAlternateProcess">
            <a:avLst/>
          </a:prstGeom>
          <a:solidFill>
            <a:srgbClr val="8C74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Input</a:t>
            </a:r>
            <a:endParaRPr lang="zh-CN" altLang="en-US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17BBBA86-70D3-C5C6-50C8-9B3F0B90B984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2389339" y="2312739"/>
            <a:ext cx="5934207" cy="2489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C4E1156E-2C79-645E-9D66-A98D0589E5FA}"/>
              </a:ext>
            </a:extLst>
          </p:cNvPr>
          <p:cNvSpPr txBox="1"/>
          <p:nvPr/>
        </p:nvSpPr>
        <p:spPr>
          <a:xfrm>
            <a:off x="4985357" y="1922531"/>
            <a:ext cx="9701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>
                <a:latin typeface="Times New Roman" panose="02020603050405020304" pitchFamily="18" charset="0"/>
                <a:cs typeface="Times New Roman" panose="02020603050405020304" pitchFamily="18" charset="0"/>
              </a:rPr>
              <a:t>Prompt</a:t>
            </a:r>
            <a:endParaRPr lang="zh-CN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A45EFC1A-F5ED-BDD7-772F-7278F61AF1A3}"/>
              </a:ext>
            </a:extLst>
          </p:cNvPr>
          <p:cNvCxnSpPr>
            <a:cxnSpLocks/>
            <a:stCxn id="8" idx="2"/>
            <a:endCxn id="23" idx="0"/>
          </p:cNvCxnSpPr>
          <p:nvPr/>
        </p:nvCxnSpPr>
        <p:spPr>
          <a:xfrm flipH="1">
            <a:off x="1664396" y="2653953"/>
            <a:ext cx="26617" cy="134133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流程图: 可选过程 22">
            <a:extLst>
              <a:ext uri="{FF2B5EF4-FFF2-40B4-BE49-F238E27FC236}">
                <a16:creationId xmlns:a16="http://schemas.microsoft.com/office/drawing/2014/main" id="{BD8466F7-A1E5-5D95-2235-8B8F564487F8}"/>
              </a:ext>
            </a:extLst>
          </p:cNvPr>
          <p:cNvSpPr/>
          <p:nvPr/>
        </p:nvSpPr>
        <p:spPr>
          <a:xfrm>
            <a:off x="1008345" y="3995287"/>
            <a:ext cx="1312102" cy="575023"/>
          </a:xfrm>
          <a:prstGeom prst="flowChartAlternateProcess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IDS_Query</a:t>
            </a:r>
            <a:endParaRPr lang="zh-CN" altLang="en-US" sz="14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D1D582D5-201B-EE54-52CD-42CDF6F90844}"/>
              </a:ext>
            </a:extLst>
          </p:cNvPr>
          <p:cNvSpPr txBox="1"/>
          <p:nvPr/>
        </p:nvSpPr>
        <p:spPr>
          <a:xfrm>
            <a:off x="464007" y="2830378"/>
            <a:ext cx="11894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Text</a:t>
            </a:r>
            <a:r>
              <a:rPr lang="en-US" altLang="zh-CN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:</a:t>
            </a:r>
            <a:r>
              <a:rPr lang="zh-CN" altLang="en-US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同济</a:t>
            </a:r>
            <a:endParaRPr lang="zh-CN" altLang="en-US"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712D75EE-1981-87DD-73A1-411B896BB1D2}"/>
              </a:ext>
            </a:extLst>
          </p:cNvPr>
          <p:cNvCxnSpPr>
            <a:cxnSpLocks/>
            <a:stCxn id="23" idx="3"/>
            <a:endCxn id="28" idx="1"/>
          </p:cNvCxnSpPr>
          <p:nvPr/>
        </p:nvCxnSpPr>
        <p:spPr>
          <a:xfrm flipV="1">
            <a:off x="2320447" y="4271721"/>
            <a:ext cx="674839" cy="1107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8" name="流程图: 可选过程 27">
            <a:extLst>
              <a:ext uri="{FF2B5EF4-FFF2-40B4-BE49-F238E27FC236}">
                <a16:creationId xmlns:a16="http://schemas.microsoft.com/office/drawing/2014/main" id="{29CD07D0-3B77-C96D-5239-A190D7490CB4}"/>
              </a:ext>
            </a:extLst>
          </p:cNvPr>
          <p:cNvSpPr/>
          <p:nvPr/>
        </p:nvSpPr>
        <p:spPr>
          <a:xfrm>
            <a:off x="2995286" y="3984209"/>
            <a:ext cx="1459281" cy="575023"/>
          </a:xfrm>
          <a:prstGeom prst="flowChartAlternateProcess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IDS_Tokenizer</a:t>
            </a:r>
            <a:endParaRPr lang="zh-CN" altLang="en-US" sz="14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0FAB6B6E-E40E-DE3F-7BB3-D17638D547C4}"/>
              </a:ext>
            </a:extLst>
          </p:cNvPr>
          <p:cNvSpPr txBox="1"/>
          <p:nvPr/>
        </p:nvSpPr>
        <p:spPr>
          <a:xfrm>
            <a:off x="608245" y="4602620"/>
            <a:ext cx="187743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100" b="1">
                <a:latin typeface="楷体" panose="02010609060101010101" pitchFamily="49" charset="-122"/>
                <a:ea typeface="楷体" panose="02010609060101010101" pitchFamily="49" charset="-122"/>
              </a:rPr>
              <a:t>⿵冂𠮛⿰氵齐⿻一人⿱𰃮子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5F0788D9-AF27-3957-8C80-2DABDEC24EDB}"/>
              </a:ext>
            </a:extLst>
          </p:cNvPr>
          <p:cNvSpPr txBox="1"/>
          <p:nvPr/>
        </p:nvSpPr>
        <p:spPr>
          <a:xfrm>
            <a:off x="2497307" y="4582841"/>
            <a:ext cx="248805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zh-CN" sz="1000" b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Input IDs: [1, 10, 7550, 30628, …. 0, 0] </a:t>
            </a:r>
            <a:endParaRPr lang="en-US" altLang="zh-CN" sz="10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zh-CN" sz="1000" b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Attention Mask: [1, 0, 0, 0, 0, 0, 0, …..0, 0] </a:t>
            </a:r>
            <a:endParaRPr lang="en-US" altLang="zh-CN" sz="10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zh-CN" sz="1000" b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Token Types: [0, 0, 0, 0, 0, 0, 0,….. 0, 0]</a:t>
            </a:r>
            <a:endParaRPr lang="zh-CN" altLang="en-US" sz="10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3" name="直接箭头连接符 42">
            <a:extLst>
              <a:ext uri="{FF2B5EF4-FFF2-40B4-BE49-F238E27FC236}">
                <a16:creationId xmlns:a16="http://schemas.microsoft.com/office/drawing/2014/main" id="{5217AEB1-7DE6-85B8-FBF7-5F1F30372DB4}"/>
              </a:ext>
            </a:extLst>
          </p:cNvPr>
          <p:cNvCxnSpPr>
            <a:cxnSpLocks/>
            <a:stCxn id="28" idx="3"/>
            <a:endCxn id="46" idx="1"/>
          </p:cNvCxnSpPr>
          <p:nvPr/>
        </p:nvCxnSpPr>
        <p:spPr>
          <a:xfrm flipV="1">
            <a:off x="4454567" y="4271719"/>
            <a:ext cx="331941" cy="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6" name="流程图: 可选过程 45">
            <a:extLst>
              <a:ext uri="{FF2B5EF4-FFF2-40B4-BE49-F238E27FC236}">
                <a16:creationId xmlns:a16="http://schemas.microsoft.com/office/drawing/2014/main" id="{182CB8EB-BE56-8B2A-93EB-92465734296F}"/>
              </a:ext>
            </a:extLst>
          </p:cNvPr>
          <p:cNvSpPr/>
          <p:nvPr/>
        </p:nvSpPr>
        <p:spPr>
          <a:xfrm>
            <a:off x="4786508" y="3995287"/>
            <a:ext cx="1459279" cy="552863"/>
          </a:xfrm>
          <a:prstGeom prst="flowChartAlternateProcess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IDS_Embedder</a:t>
            </a:r>
            <a:endParaRPr lang="zh-CN" altLang="en-US" sz="14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1" name="直接箭头连接符 50">
            <a:extLst>
              <a:ext uri="{FF2B5EF4-FFF2-40B4-BE49-F238E27FC236}">
                <a16:creationId xmlns:a16="http://schemas.microsoft.com/office/drawing/2014/main" id="{33DF20F2-F85D-A909-0FFC-4DAB712A5714}"/>
              </a:ext>
            </a:extLst>
          </p:cNvPr>
          <p:cNvCxnSpPr>
            <a:cxnSpLocks/>
          </p:cNvCxnSpPr>
          <p:nvPr/>
        </p:nvCxnSpPr>
        <p:spPr>
          <a:xfrm>
            <a:off x="6245789" y="4285991"/>
            <a:ext cx="399269" cy="8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2" name="流程图: 可选过程 51">
            <a:extLst>
              <a:ext uri="{FF2B5EF4-FFF2-40B4-BE49-F238E27FC236}">
                <a16:creationId xmlns:a16="http://schemas.microsoft.com/office/drawing/2014/main" id="{18574A7E-62BB-26D7-1847-4BDD2B059CD5}"/>
              </a:ext>
            </a:extLst>
          </p:cNvPr>
          <p:cNvSpPr/>
          <p:nvPr/>
        </p:nvSpPr>
        <p:spPr>
          <a:xfrm>
            <a:off x="6645058" y="3936648"/>
            <a:ext cx="1343415" cy="670142"/>
          </a:xfrm>
          <a:prstGeom prst="flowChartAlternateProcess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Attention Layer</a:t>
            </a:r>
            <a:endParaRPr lang="zh-CN" altLang="en-US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4" name="连接符: 肘形 83">
            <a:extLst>
              <a:ext uri="{FF2B5EF4-FFF2-40B4-BE49-F238E27FC236}">
                <a16:creationId xmlns:a16="http://schemas.microsoft.com/office/drawing/2014/main" id="{70EA355C-F716-5785-BCC1-4A79A5F80AF1}"/>
              </a:ext>
            </a:extLst>
          </p:cNvPr>
          <p:cNvCxnSpPr>
            <a:stCxn id="8" idx="1"/>
          </p:cNvCxnSpPr>
          <p:nvPr/>
        </p:nvCxnSpPr>
        <p:spPr>
          <a:xfrm rot="10800000" flipV="1">
            <a:off x="369519" y="2318882"/>
            <a:ext cx="623169" cy="3004680"/>
          </a:xfrm>
          <a:prstGeom prst="bentConnector2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B0C907E6-8FEB-A04E-A8F1-71F4DD2E452D}"/>
              </a:ext>
            </a:extLst>
          </p:cNvPr>
          <p:cNvCxnSpPr>
            <a:cxnSpLocks/>
          </p:cNvCxnSpPr>
          <p:nvPr/>
        </p:nvCxnSpPr>
        <p:spPr>
          <a:xfrm>
            <a:off x="369518" y="5323562"/>
            <a:ext cx="6037545" cy="0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6" name="直接箭头连接符 95">
            <a:extLst>
              <a:ext uri="{FF2B5EF4-FFF2-40B4-BE49-F238E27FC236}">
                <a16:creationId xmlns:a16="http://schemas.microsoft.com/office/drawing/2014/main" id="{473E9F9F-6DD9-3727-6AEC-ECA56808D7B7}"/>
              </a:ext>
            </a:extLst>
          </p:cNvPr>
          <p:cNvCxnSpPr>
            <a:cxnSpLocks/>
          </p:cNvCxnSpPr>
          <p:nvPr/>
        </p:nvCxnSpPr>
        <p:spPr>
          <a:xfrm flipV="1">
            <a:off x="6407063" y="4274852"/>
            <a:ext cx="0" cy="105601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05" name="文本框 104">
            <a:extLst>
              <a:ext uri="{FF2B5EF4-FFF2-40B4-BE49-F238E27FC236}">
                <a16:creationId xmlns:a16="http://schemas.microsoft.com/office/drawing/2014/main" id="{BDD3CA54-5E5C-04AA-E1D9-9AC6655D7581}"/>
              </a:ext>
            </a:extLst>
          </p:cNvPr>
          <p:cNvSpPr txBox="1"/>
          <p:nvPr/>
        </p:nvSpPr>
        <p:spPr>
          <a:xfrm>
            <a:off x="5465616" y="4822816"/>
            <a:ext cx="9797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>
                <a:latin typeface="Times New Roman" panose="02020603050405020304" pitchFamily="18" charset="0"/>
                <a:cs typeface="Times New Roman" panose="02020603050405020304" pitchFamily="18" charset="0"/>
              </a:rPr>
              <a:t>Position</a:t>
            </a:r>
            <a:endParaRPr lang="zh-CN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6" name="直接箭头连接符 105">
            <a:extLst>
              <a:ext uri="{FF2B5EF4-FFF2-40B4-BE49-F238E27FC236}">
                <a16:creationId xmlns:a16="http://schemas.microsoft.com/office/drawing/2014/main" id="{D31D21C2-DF0B-3A94-CF61-92CB41676405}"/>
              </a:ext>
            </a:extLst>
          </p:cNvPr>
          <p:cNvCxnSpPr>
            <a:cxnSpLocks/>
          </p:cNvCxnSpPr>
          <p:nvPr/>
        </p:nvCxnSpPr>
        <p:spPr>
          <a:xfrm>
            <a:off x="7972817" y="4255992"/>
            <a:ext cx="35072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10" name="流程图: 可选过程 109">
            <a:extLst>
              <a:ext uri="{FF2B5EF4-FFF2-40B4-BE49-F238E27FC236}">
                <a16:creationId xmlns:a16="http://schemas.microsoft.com/office/drawing/2014/main" id="{0DFB9335-E509-FDA3-F4B8-F8F1BBE5B9F8}"/>
              </a:ext>
            </a:extLst>
          </p:cNvPr>
          <p:cNvSpPr/>
          <p:nvPr/>
        </p:nvSpPr>
        <p:spPr>
          <a:xfrm>
            <a:off x="8323545" y="3914385"/>
            <a:ext cx="1489031" cy="688235"/>
          </a:xfrm>
          <a:prstGeom prst="flowChartAlternateProcess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TextRenderNet</a:t>
            </a:r>
            <a:endParaRPr lang="zh-CN" altLang="en-US" sz="14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流程图: 可选过程 18">
            <a:extLst>
              <a:ext uri="{FF2B5EF4-FFF2-40B4-BE49-F238E27FC236}">
                <a16:creationId xmlns:a16="http://schemas.microsoft.com/office/drawing/2014/main" id="{C4B8CCED-F328-3D9B-AC06-74AFAD4F1EEC}"/>
              </a:ext>
            </a:extLst>
          </p:cNvPr>
          <p:cNvSpPr/>
          <p:nvPr/>
        </p:nvSpPr>
        <p:spPr>
          <a:xfrm>
            <a:off x="8323546" y="1977668"/>
            <a:ext cx="1489030" cy="670142"/>
          </a:xfrm>
          <a:prstGeom prst="flowChartAlternateProcess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SceneGenNet</a:t>
            </a:r>
            <a:endParaRPr lang="zh-CN" altLang="en-US" sz="14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41" name="直接箭头连接符 140">
            <a:extLst>
              <a:ext uri="{FF2B5EF4-FFF2-40B4-BE49-F238E27FC236}">
                <a16:creationId xmlns:a16="http://schemas.microsoft.com/office/drawing/2014/main" id="{7A93C661-1FFA-F88E-6046-DBC4A16E7C70}"/>
              </a:ext>
            </a:extLst>
          </p:cNvPr>
          <p:cNvCxnSpPr>
            <a:cxnSpLocks/>
          </p:cNvCxnSpPr>
          <p:nvPr/>
        </p:nvCxnSpPr>
        <p:spPr>
          <a:xfrm flipV="1">
            <a:off x="9970718" y="3102625"/>
            <a:ext cx="674839" cy="1107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2" name="流程图: 可选过程 141">
            <a:extLst>
              <a:ext uri="{FF2B5EF4-FFF2-40B4-BE49-F238E27FC236}">
                <a16:creationId xmlns:a16="http://schemas.microsoft.com/office/drawing/2014/main" id="{28396F8E-2381-0531-06FF-1C7DFCF54301}"/>
              </a:ext>
            </a:extLst>
          </p:cNvPr>
          <p:cNvSpPr/>
          <p:nvPr/>
        </p:nvSpPr>
        <p:spPr>
          <a:xfrm rot="5400000">
            <a:off x="10221614" y="2625735"/>
            <a:ext cx="1734856" cy="886971"/>
          </a:xfrm>
          <a:prstGeom prst="flowChartAlternateProcess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b="1">
                <a:latin typeface="Times New Roman" panose="02020603050405020304" pitchFamily="18" charset="0"/>
                <a:cs typeface="Times New Roman" panose="02020603050405020304" pitchFamily="18" charset="0"/>
              </a:rPr>
              <a:t>Sd3 </a:t>
            </a:r>
            <a:r>
              <a:rPr lang="en-US" altLang="zh-CN" b="1" err="1">
                <a:latin typeface="Times New Roman" panose="02020603050405020304" pitchFamily="18" charset="0"/>
                <a:cs typeface="Times New Roman" panose="02020603050405020304" pitchFamily="18" charset="0"/>
              </a:rPr>
              <a:t>pipelinne</a:t>
            </a:r>
            <a:endParaRPr lang="zh-CN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91879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</TotalTime>
  <Words>95</Words>
  <Application>Microsoft Office PowerPoint</Application>
  <PresentationFormat>宽屏</PresentationFormat>
  <Paragraphs>15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7" baseType="lpstr">
      <vt:lpstr>等线</vt:lpstr>
      <vt:lpstr>等线 Light</vt:lpstr>
      <vt:lpstr>楷体</vt:lpstr>
      <vt:lpstr>Arial</vt:lpstr>
      <vt:lpstr>Times New Roman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震 刘</dc:creator>
  <cp:lastModifiedBy>震 刘</cp:lastModifiedBy>
  <cp:revision>1</cp:revision>
  <dcterms:created xsi:type="dcterms:W3CDTF">2025-09-14T12:46:46Z</dcterms:created>
  <dcterms:modified xsi:type="dcterms:W3CDTF">2025-09-14T14:56:46Z</dcterms:modified>
</cp:coreProperties>
</file>