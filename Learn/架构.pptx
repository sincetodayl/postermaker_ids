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8C7494"/>
    <a:srgbClr val="B26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9BF90-9AD0-4816-8801-3F9FE76447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910C0-D9AB-4262-801A-4937D37906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流程图: 可选过程 130"/>
          <p:cNvSpPr/>
          <p:nvPr/>
        </p:nvSpPr>
        <p:spPr>
          <a:xfrm>
            <a:off x="8148100" y="1628830"/>
            <a:ext cx="1822618" cy="3312688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FF00FF"/>
              </a:highlight>
            </a:endParaRPr>
          </a:p>
        </p:txBody>
      </p:sp>
      <p:sp>
        <p:nvSpPr>
          <p:cNvPr id="8" name="流程图: 可选过程 7"/>
          <p:cNvSpPr/>
          <p:nvPr/>
        </p:nvSpPr>
        <p:spPr>
          <a:xfrm>
            <a:off x="992687" y="1983811"/>
            <a:ext cx="1396652" cy="670142"/>
          </a:xfrm>
          <a:prstGeom prst="flowChartAlternateProcess">
            <a:avLst/>
          </a:prstGeom>
          <a:solidFill>
            <a:srgbClr val="8C74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Input</a:t>
            </a:r>
            <a:endParaRPr lang="zh-CN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" name="直接箭头连接符 13"/>
          <p:cNvCxnSpPr>
            <a:endCxn id="19" idx="1"/>
          </p:cNvCxnSpPr>
          <p:nvPr/>
        </p:nvCxnSpPr>
        <p:spPr>
          <a:xfrm flipV="1">
            <a:off x="2389339" y="2312739"/>
            <a:ext cx="5934207" cy="248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995267" y="194920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503050405090304" pitchFamily="18" charset="0"/>
                <a:cs typeface="Times New Roman" panose="02020503050405090304" pitchFamily="18" charset="0"/>
              </a:rPr>
              <a:t>Prompt</a:t>
            </a:r>
            <a:endParaRPr lang="zh-CN" altLang="en-US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箭头连接符 19"/>
          <p:cNvCxnSpPr>
            <a:stCxn id="8" idx="2"/>
            <a:endCxn id="23" idx="0"/>
          </p:cNvCxnSpPr>
          <p:nvPr/>
        </p:nvCxnSpPr>
        <p:spPr>
          <a:xfrm flipH="1">
            <a:off x="1664396" y="2653953"/>
            <a:ext cx="26617" cy="1341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流程图: 可选过程 22"/>
          <p:cNvSpPr/>
          <p:nvPr/>
        </p:nvSpPr>
        <p:spPr>
          <a:xfrm>
            <a:off x="1008345" y="3995287"/>
            <a:ext cx="1312102" cy="57502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IDS_Query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4007" y="2830378"/>
            <a:ext cx="118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Text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: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同济</a:t>
            </a:r>
            <a:endParaRPr lang="zh-CN" altLang="en-US"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cxnSp>
        <p:nvCxnSpPr>
          <p:cNvPr id="25" name="直接箭头连接符 24"/>
          <p:cNvCxnSpPr>
            <a:stCxn id="23" idx="3"/>
            <a:endCxn id="28" idx="1"/>
          </p:cNvCxnSpPr>
          <p:nvPr/>
        </p:nvCxnSpPr>
        <p:spPr>
          <a:xfrm flipV="1">
            <a:off x="2320447" y="4271721"/>
            <a:ext cx="674839" cy="110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流程图: 可选过程 27"/>
          <p:cNvSpPr/>
          <p:nvPr/>
        </p:nvSpPr>
        <p:spPr>
          <a:xfrm>
            <a:off x="2995286" y="3984209"/>
            <a:ext cx="1459281" cy="57502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IDS_Tokenizer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8245" y="4602620"/>
            <a:ext cx="18774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>
                <a:latin typeface="楷体" panose="02010609060101010101" pitchFamily="49" charset="-122"/>
                <a:ea typeface="楷体" panose="02010609060101010101" pitchFamily="49" charset="-122"/>
              </a:rPr>
              <a:t>⿵冂𠮛⿰氵齐⿻一人⿱𰃮子</a:t>
            </a:r>
            <a:endParaRPr lang="zh-CN" altLang="en-US" sz="11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97307" y="4582841"/>
            <a:ext cx="2488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000" b="1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Input IDs: [1, 10, 7550, 30628, …. 0, 0] </a:t>
            </a:r>
            <a:endParaRPr lang="en-US" altLang="zh-CN" sz="1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1000" b="1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Attention Mask: [1, 0, 0, 0, 0, 0, 0, …..0, 0] </a:t>
            </a:r>
            <a:endParaRPr lang="en-US" altLang="zh-CN" sz="1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1000" b="1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Token Types: [0, 0, 0, 0, 0, 0, 0,….. 0, 0]</a:t>
            </a:r>
            <a:endParaRPr lang="zh-CN" altLang="en-US" sz="1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43" name="直接箭头连接符 42"/>
          <p:cNvCxnSpPr>
            <a:stCxn id="28" idx="3"/>
            <a:endCxn id="46" idx="1"/>
          </p:cNvCxnSpPr>
          <p:nvPr/>
        </p:nvCxnSpPr>
        <p:spPr>
          <a:xfrm flipV="1">
            <a:off x="4454567" y="4271719"/>
            <a:ext cx="331941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流程图: 可选过程 45"/>
          <p:cNvSpPr/>
          <p:nvPr/>
        </p:nvSpPr>
        <p:spPr>
          <a:xfrm>
            <a:off x="4786508" y="3995287"/>
            <a:ext cx="1459279" cy="55286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IDS_Embedder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6245789" y="4285991"/>
            <a:ext cx="399269" cy="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流程图: 可选过程 51"/>
          <p:cNvSpPr/>
          <p:nvPr/>
        </p:nvSpPr>
        <p:spPr>
          <a:xfrm>
            <a:off x="6645058" y="3936648"/>
            <a:ext cx="1343415" cy="67014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Attention Layer</a:t>
            </a:r>
            <a:endParaRPr lang="zh-CN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84" name="连接符: 肘形 83"/>
          <p:cNvCxnSpPr>
            <a:stCxn id="8" idx="1"/>
          </p:cNvCxnSpPr>
          <p:nvPr/>
        </p:nvCxnSpPr>
        <p:spPr>
          <a:xfrm rot="10800000" flipV="1">
            <a:off x="369519" y="2318882"/>
            <a:ext cx="623169" cy="3004680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369518" y="5323562"/>
            <a:ext cx="60375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407063" y="4274852"/>
            <a:ext cx="0" cy="1056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5465616" y="482281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503050405090304" pitchFamily="18" charset="0"/>
                <a:cs typeface="Times New Roman" panose="02020503050405090304" pitchFamily="18" charset="0"/>
              </a:rPr>
              <a:t>Position</a:t>
            </a:r>
            <a:endParaRPr lang="zh-CN" altLang="en-US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06" name="直接箭头连接符 105"/>
          <p:cNvCxnSpPr/>
          <p:nvPr/>
        </p:nvCxnSpPr>
        <p:spPr>
          <a:xfrm>
            <a:off x="7972817" y="4255992"/>
            <a:ext cx="3507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流程图: 可选过程 109"/>
          <p:cNvSpPr/>
          <p:nvPr/>
        </p:nvSpPr>
        <p:spPr>
          <a:xfrm>
            <a:off x="8323545" y="3914385"/>
            <a:ext cx="1489031" cy="688235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TextRenderNet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流程图: 可选过程 18"/>
          <p:cNvSpPr/>
          <p:nvPr/>
        </p:nvSpPr>
        <p:spPr>
          <a:xfrm>
            <a:off x="8323546" y="1977668"/>
            <a:ext cx="1489030" cy="670142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SceneGenNet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1" name="直接箭头连接符 140"/>
          <p:cNvCxnSpPr/>
          <p:nvPr/>
        </p:nvCxnSpPr>
        <p:spPr>
          <a:xfrm flipV="1">
            <a:off x="9970718" y="3102625"/>
            <a:ext cx="674839" cy="110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流程图: 可选过程 141"/>
          <p:cNvSpPr/>
          <p:nvPr/>
        </p:nvSpPr>
        <p:spPr>
          <a:xfrm rot="5400000">
            <a:off x="10221614" y="2625735"/>
            <a:ext cx="1734856" cy="886971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Times New Roman" panose="02020503050405090304" pitchFamily="18" charset="0"/>
                <a:cs typeface="Times New Roman" panose="02020503050405090304" pitchFamily="18" charset="0"/>
              </a:rPr>
              <a:t>Sd3 </a:t>
            </a:r>
            <a:r>
              <a:rPr lang="en-US" altLang="zh-CN" b="1" err="1">
                <a:latin typeface="Times New Roman" panose="02020503050405090304" pitchFamily="18" charset="0"/>
                <a:cs typeface="Times New Roman" panose="02020503050405090304" pitchFamily="18" charset="0"/>
              </a:rPr>
              <a:t>pipelinne</a:t>
            </a:r>
            <a:endParaRPr lang="zh-CN" altLang="en-US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流程图: 可选过程 2"/>
          <p:cNvSpPr/>
          <p:nvPr/>
        </p:nvSpPr>
        <p:spPr>
          <a:xfrm>
            <a:off x="4391016" y="1983959"/>
            <a:ext cx="1459281" cy="57502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CLIP+T5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流程图: 可选过程 45"/>
          <p:cNvSpPr/>
          <p:nvPr/>
        </p:nvSpPr>
        <p:spPr>
          <a:xfrm>
            <a:off x="756285" y="2618740"/>
            <a:ext cx="2106930" cy="553085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IDS_Embeddings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流程图: 可选过程 2"/>
          <p:cNvSpPr/>
          <p:nvPr/>
        </p:nvSpPr>
        <p:spPr>
          <a:xfrm>
            <a:off x="2451613" y="4322947"/>
            <a:ext cx="1459279" cy="55286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Pre-Trained Embeddings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863223" y="2895253"/>
            <a:ext cx="20332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3910913" y="4599027"/>
            <a:ext cx="15049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5422813" y="3418883"/>
            <a:ext cx="0" cy="11804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流程图: 可选过程 4"/>
          <p:cNvSpPr/>
          <p:nvPr/>
        </p:nvSpPr>
        <p:spPr>
          <a:xfrm>
            <a:off x="4896485" y="2413000"/>
            <a:ext cx="1123315" cy="963295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CharacterFeature0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83610" y="2526665"/>
            <a:ext cx="42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α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469130" y="4231005"/>
            <a:ext cx="42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β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086100" y="3418840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α+</a:t>
            </a:r>
            <a:r>
              <a:rPr lang="en-US" altLang="zh-CN">
                <a:sym typeface="+mn-ea"/>
              </a:rPr>
              <a:t>β=1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6019808" y="2895253"/>
            <a:ext cx="4438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流程图: 可选过程 9"/>
          <p:cNvSpPr/>
          <p:nvPr/>
        </p:nvSpPr>
        <p:spPr>
          <a:xfrm>
            <a:off x="6463665" y="2413000"/>
            <a:ext cx="1123315" cy="963295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MLP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586988" y="2895253"/>
            <a:ext cx="4438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流程图: 可选过程 12"/>
          <p:cNvSpPr/>
          <p:nvPr/>
        </p:nvSpPr>
        <p:spPr>
          <a:xfrm>
            <a:off x="8031480" y="2413000"/>
            <a:ext cx="1123315" cy="963295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Character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Feature1</a:t>
            </a:r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8593368" y="3376338"/>
            <a:ext cx="0" cy="11804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593455" y="3787140"/>
            <a:ext cx="2107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Position Embeddings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9154803" y="2895253"/>
            <a:ext cx="537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流程图: 可选过程 51"/>
          <p:cNvSpPr/>
          <p:nvPr/>
        </p:nvSpPr>
        <p:spPr>
          <a:xfrm>
            <a:off x="9691788" y="2526948"/>
            <a:ext cx="1343415" cy="67014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Attention Layer</a:t>
            </a:r>
            <a:endParaRPr lang="zh-CN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流程图: 可选过程 27"/>
          <p:cNvSpPr/>
          <p:nvPr/>
        </p:nvSpPr>
        <p:spPr>
          <a:xfrm>
            <a:off x="756276" y="1284189"/>
            <a:ext cx="1459281" cy="57502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IDS_Tokenizer</a:t>
            </a:r>
            <a:endParaRPr lang="zh-CN" altLang="en-US" sz="14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485908" y="1859568"/>
            <a:ext cx="0" cy="730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504690" y="5289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+mj-lt"/>
                <a:cs typeface="+mj-lt"/>
              </a:rPr>
              <a:t>In IDS_Embedder</a:t>
            </a:r>
            <a:endParaRPr lang="en-US" altLang="zh-CN" sz="3200" b="1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WPS 演示</Application>
  <PresentationFormat>宽屏</PresentationFormat>
  <Paragraphs>56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楷体</vt:lpstr>
      <vt:lpstr>汉仪楷体KW</vt:lpstr>
      <vt:lpstr>等线</vt:lpstr>
      <vt:lpstr>汉仪中等线KW</vt:lpstr>
      <vt:lpstr>汉仪书宋二KW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楷体</vt:lpstr>
      <vt:lpstr>等线</vt:lpstr>
      <vt:lpstr>汉仪粗仿宋简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震 刘</dc:creator>
  <cp:lastModifiedBy>Starrism</cp:lastModifiedBy>
  <cp:revision>2</cp:revision>
  <dcterms:created xsi:type="dcterms:W3CDTF">2025-10-14T11:43:00Z</dcterms:created>
  <dcterms:modified xsi:type="dcterms:W3CDTF">2025-10-14T11:43:00Z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D73F15B7135C61E64437EE687C83FB2C_42</vt:lpwstr>
  </property>
  <property fmtid="{D5CDD505-2E9C-101B-9397-08002B2CF9AE}" pid="3" name="KSOProductBuildVer">
    <vt:lpwstr>2052-12.1.23135.23135</vt:lpwstr>
  </property>
</Properties>
</file>